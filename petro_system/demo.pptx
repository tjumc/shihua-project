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8" r:id="rId3"/>
    <p:sldId id="256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image" Target="../media/image7.png"/><Relationship Id="rId17" Type="http://schemas.openxmlformats.org/officeDocument/2006/relationships/tags" Target="../tags/tag11.xml"/><Relationship Id="rId16" Type="http://schemas.openxmlformats.org/officeDocument/2006/relationships/image" Target="../media/image6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5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tags" Target="../tags/tag15.xml"/><Relationship Id="rId2" Type="http://schemas.openxmlformats.org/officeDocument/2006/relationships/image" Target="../media/image9.png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43180" y="169545"/>
            <a:ext cx="12100560" cy="5389245"/>
            <a:chOff x="68" y="267"/>
            <a:chExt cx="19056" cy="8487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68" y="267"/>
              <a:ext cx="19056" cy="119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68" y="1532"/>
              <a:ext cx="4885" cy="409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8" y="5702"/>
              <a:ext cx="4885" cy="59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8" y="6255"/>
              <a:ext cx="4840" cy="2498"/>
            </a:xfrm>
            <a:prstGeom prst="rect">
              <a:avLst/>
            </a:prstGeom>
          </p:spPr>
        </p:pic>
        <p:sp>
          <p:nvSpPr>
            <p:cNvPr id="8" name="圆角矩形 7"/>
            <p:cNvSpPr/>
            <p:nvPr/>
          </p:nvSpPr>
          <p:spPr>
            <a:xfrm>
              <a:off x="5027" y="1532"/>
              <a:ext cx="9316" cy="7222"/>
            </a:xfrm>
            <a:prstGeom prst="roundRect">
              <a:avLst>
                <a:gd name="adj" fmla="val 2847"/>
              </a:avLst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>
              <p:custDataLst>
                <p:tags r:id="rId9"/>
              </p:custDataLst>
            </p:nvPr>
          </p:nvSpPr>
          <p:spPr>
            <a:xfrm>
              <a:off x="68" y="1532"/>
              <a:ext cx="4838" cy="3985"/>
            </a:xfrm>
            <a:prstGeom prst="roundRect">
              <a:avLst>
                <a:gd name="adj" fmla="val 2847"/>
              </a:avLst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>
              <p:custDataLst>
                <p:tags r:id="rId10"/>
              </p:custDataLst>
            </p:nvPr>
          </p:nvSpPr>
          <p:spPr>
            <a:xfrm>
              <a:off x="68" y="5700"/>
              <a:ext cx="4839" cy="3053"/>
            </a:xfrm>
            <a:prstGeom prst="roundRect">
              <a:avLst>
                <a:gd name="adj" fmla="val 2847"/>
              </a:avLst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>
              <p:custDataLst>
                <p:tags r:id="rId11"/>
              </p:custDataLst>
            </p:nvPr>
          </p:nvSpPr>
          <p:spPr>
            <a:xfrm>
              <a:off x="68" y="267"/>
              <a:ext cx="19057" cy="1191"/>
            </a:xfrm>
            <a:prstGeom prst="roundRect">
              <a:avLst>
                <a:gd name="adj" fmla="val 2847"/>
              </a:avLst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417" y="1532"/>
              <a:ext cx="4672" cy="7221"/>
            </a:xfrm>
            <a:prstGeom prst="rect">
              <a:avLst/>
            </a:prstGeom>
          </p:spPr>
        </p:pic>
        <p:sp>
          <p:nvSpPr>
            <p:cNvPr id="13" name="圆角矩形 12"/>
            <p:cNvSpPr/>
            <p:nvPr>
              <p:custDataLst>
                <p:tags r:id="rId14"/>
              </p:custDataLst>
            </p:nvPr>
          </p:nvSpPr>
          <p:spPr>
            <a:xfrm>
              <a:off x="14417" y="1531"/>
              <a:ext cx="4705" cy="7222"/>
            </a:xfrm>
            <a:prstGeom prst="roundRect">
              <a:avLst>
                <a:gd name="adj" fmla="val 2847"/>
              </a:avLst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5152" y="1636"/>
              <a:ext cx="9021" cy="523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5094" y="7044"/>
              <a:ext cx="9137" cy="1485"/>
            </a:xfrm>
            <a:prstGeom prst="rect">
              <a:avLst/>
            </a:prstGeom>
          </p:spPr>
        </p:pic>
        <p:pic>
          <p:nvPicPr>
            <p:cNvPr id="14" name="图片 13" descr="/Users/xiluo/Library/Containers/com.kingsoft.wpsoffice.mac/Data/tmp/photoeditapp/20260807152609/temp.pngtemp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9635" y="1695"/>
              <a:ext cx="1197" cy="36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9736" y="1730"/>
              <a:ext cx="93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>
                  <a:latin typeface="微软雅黑" charset="0"/>
                  <a:ea typeface="微软雅黑" charset="0"/>
                </a:rPr>
                <a:t>规则查询</a:t>
              </a:r>
              <a:endParaRPr lang="zh-CN" altLang="en-US" sz="800">
                <a:latin typeface="微软雅黑" charset="0"/>
                <a:ea typeface="微软雅黑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713740"/>
            <a:ext cx="12192000" cy="543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713740"/>
            <a:ext cx="12192000" cy="5430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73075"/>
            <a:ext cx="12192000" cy="59112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汐落</cp:lastModifiedBy>
  <cp:revision>11</cp:revision>
  <dcterms:created xsi:type="dcterms:W3CDTF">2026-08-07T12:26:18Z</dcterms:created>
  <dcterms:modified xsi:type="dcterms:W3CDTF">2026-08-07T12:26:18Z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83322AE8451ED70B5184756A7B85B6BA_41</vt:lpwstr>
  </property>
</Properties>
</file>