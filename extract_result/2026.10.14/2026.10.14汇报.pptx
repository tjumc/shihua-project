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1"/>
  </p:handoutMasterIdLst>
  <p:sldIdLst>
    <p:sldId id="262" r:id="rId3"/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02665" y="2090420"/>
            <a:ext cx="100310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200000"/>
              </a:lnSpc>
              <a:buFont typeface="+mj-lt"/>
              <a:buNone/>
            </a:pPr>
            <a:r>
              <a:rPr lang="zh-CN" altLang="en-US" sz="2400" b="1"/>
              <a:t>会议要点：</a:t>
            </a:r>
            <a:endParaRPr lang="zh-CN" altLang="en-US" sz="2400" b="1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/>
              <a:t>不用严格按照制定的规则文档中每类规则的数量，但最好规则种类都要涉及到</a:t>
            </a:r>
            <a:endParaRPr lang="zh-CN" altLang="en-US" sz="20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/>
              <a:t>对于缺失数据，可以先写个随机值或者收集材料进行暂时的填写</a:t>
            </a:r>
            <a:endParaRPr lang="zh-CN" altLang="en-US" sz="20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/>
              <a:t>调和类和产品类可以先使用九江数据提取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93445" y="1015365"/>
            <a:ext cx="10404475" cy="4826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文字</Application>
  <PresentationFormat>宽屏</PresentationFormat>
  <Paragraphs>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汐落</cp:lastModifiedBy>
  <cp:revision>12</cp:revision>
  <dcterms:created xsi:type="dcterms:W3CDTF">2026-10-14T12:37:17Z</dcterms:created>
  <dcterms:modified xsi:type="dcterms:W3CDTF">2026-10-14T12:37:17Z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0C85CC9447A55EBB3F66CF6A82EC4EFE_41</vt:lpwstr>
  </property>
</Properties>
</file>