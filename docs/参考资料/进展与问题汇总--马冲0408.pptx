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6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948"/>
          <a:stretch>
            <a:fillRect/>
          </a:stretch>
        </p:blipFill>
        <p:spPr>
          <a:xfrm>
            <a:off x="57785" y="1198245"/>
            <a:ext cx="12076430" cy="44621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0015" y="218440"/>
            <a:ext cx="99898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质量标准、流程特征、操作规程规则样例</a:t>
            </a:r>
            <a:endParaRPr lang="zh-CN" altLang="en-US" sz="3200"/>
          </a:p>
        </p:txBody>
      </p:sp>
      <p:sp>
        <p:nvSpPr>
          <p:cNvPr id="10" name="文本框 9"/>
          <p:cNvSpPr txBox="1"/>
          <p:nvPr/>
        </p:nvSpPr>
        <p:spPr>
          <a:xfrm>
            <a:off x="5315585" y="6388735"/>
            <a:ext cx="6818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规则</a:t>
            </a:r>
            <a:r>
              <a:rPr lang="en-US" altLang="zh-CN"/>
              <a:t>19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质量标准类</a:t>
            </a:r>
            <a:r>
              <a:rPr lang="en-US" altLang="zh-CN">
                <a:sym typeface="+mn-ea"/>
              </a:rPr>
              <a:t>--</a:t>
            </a:r>
            <a:r>
              <a:rPr lang="zh-CN" altLang="en-US">
                <a:sym typeface="+mn-ea"/>
              </a:rPr>
              <a:t>环境与质量管控规则</a:t>
            </a:r>
            <a:r>
              <a:rPr lang="zh-CN" altLang="en-US"/>
              <a:t>的详细内容见下页</a:t>
            </a:r>
            <a:r>
              <a:rPr lang="en-US" altLang="zh-CN"/>
              <a:t>PPT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9710" y="229235"/>
            <a:ext cx="10968990" cy="576580"/>
          </a:xfrm>
        </p:spPr>
        <p:txBody>
          <a:bodyPr>
            <a:normAutofit fontScale="90000"/>
          </a:bodyPr>
          <a:p>
            <a:pPr algn="l">
              <a:buClrTx/>
              <a:buSzTx/>
              <a:buFontTx/>
            </a:pPr>
            <a:r>
              <a:rPr lang="zh-CN" altLang="en-US" sz="3555" spc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内容结构化示例</a:t>
            </a:r>
            <a:endParaRPr lang="zh-CN" altLang="en-US" sz="3555" spc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09210" y="1245870"/>
            <a:ext cx="3446780" cy="4260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/>
              <a:t>  "parameters": {</a:t>
            </a:r>
            <a:endParaRPr lang="en-US" altLang="zh-CN" sz="1200"/>
          </a:p>
          <a:p>
            <a:r>
              <a:rPr lang="en-US" altLang="zh-CN" sz="1200"/>
              <a:t>    "</a:t>
            </a:r>
            <a:r>
              <a:rPr lang="zh-CN" altLang="en-US" sz="1200"/>
              <a:t>污水</a:t>
            </a:r>
            <a:r>
              <a:rPr lang="en-US" altLang="zh-CN" sz="1200"/>
              <a:t>pH</a:t>
            </a:r>
            <a:r>
              <a:rPr lang="zh-CN" altLang="en-US" sz="1200"/>
              <a:t>下限</a:t>
            </a:r>
            <a:r>
              <a:rPr lang="en-US" altLang="zh-CN" sz="1200"/>
              <a:t>": {</a:t>
            </a:r>
            <a:endParaRPr lang="en-US" altLang="zh-CN" sz="1200"/>
          </a:p>
          <a:p>
            <a:r>
              <a:rPr lang="en-US" altLang="zh-CN" sz="1200"/>
              <a:t>      "value": "7",</a:t>
            </a:r>
            <a:endParaRPr lang="en-US" altLang="zh-CN" sz="1200"/>
          </a:p>
          <a:p>
            <a:r>
              <a:rPr lang="en-US" altLang="zh-CN" sz="1200"/>
              <a:t>      "unit": ""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  "</a:t>
            </a:r>
            <a:r>
              <a:rPr lang="zh-CN" altLang="en-US" sz="1200"/>
              <a:t>污水</a:t>
            </a:r>
            <a:r>
              <a:rPr lang="en-US" altLang="zh-CN" sz="1200"/>
              <a:t>pH</a:t>
            </a:r>
            <a:r>
              <a:rPr lang="zh-CN" altLang="en-US" sz="1200"/>
              <a:t>上限</a:t>
            </a:r>
            <a:r>
              <a:rPr lang="en-US" altLang="zh-CN" sz="1200"/>
              <a:t>": {</a:t>
            </a:r>
            <a:endParaRPr lang="en-US" altLang="zh-CN" sz="1200"/>
          </a:p>
          <a:p>
            <a:r>
              <a:rPr lang="en-US" altLang="zh-CN" sz="1200"/>
              <a:t>      "value": "9",</a:t>
            </a:r>
            <a:endParaRPr lang="en-US" altLang="zh-CN" sz="1200"/>
          </a:p>
          <a:p>
            <a:r>
              <a:rPr lang="en-US" altLang="zh-CN" sz="1200"/>
              <a:t>      "unit": ""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  "CODcr</a:t>
            </a:r>
            <a:r>
              <a:rPr lang="zh-CN" altLang="en-US" sz="1200"/>
              <a:t>上限</a:t>
            </a:r>
            <a:r>
              <a:rPr lang="en-US" altLang="zh-CN" sz="1200"/>
              <a:t>": {</a:t>
            </a:r>
            <a:endParaRPr lang="en-US" altLang="zh-CN" sz="1200"/>
          </a:p>
          <a:p>
            <a:r>
              <a:rPr lang="en-US" altLang="zh-CN" sz="1200"/>
              <a:t>      "value": "200",</a:t>
            </a:r>
            <a:endParaRPr lang="en-US" altLang="zh-CN" sz="1200"/>
          </a:p>
          <a:p>
            <a:r>
              <a:rPr lang="en-US" altLang="zh-CN" sz="1200"/>
              <a:t>      "unit": "mg/L"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  "</a:t>
            </a:r>
            <a:r>
              <a:rPr lang="zh-CN" altLang="en-US" sz="1200"/>
              <a:t>氨氮上限</a:t>
            </a:r>
            <a:r>
              <a:rPr lang="en-US" altLang="zh-CN" sz="1200"/>
              <a:t>": {</a:t>
            </a:r>
            <a:endParaRPr lang="en-US" altLang="zh-CN" sz="1200"/>
          </a:p>
          <a:p>
            <a:r>
              <a:rPr lang="en-US" altLang="zh-CN" sz="1200"/>
              <a:t>      "value": "30",</a:t>
            </a:r>
            <a:endParaRPr lang="en-US" altLang="zh-CN" sz="1200"/>
          </a:p>
          <a:p>
            <a:r>
              <a:rPr lang="en-US" altLang="zh-CN" sz="1200"/>
              <a:t>      "unit": "mg/L"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  "</a:t>
            </a:r>
            <a:r>
              <a:rPr lang="zh-CN" altLang="en-US" sz="1200"/>
              <a:t>油上限</a:t>
            </a:r>
            <a:r>
              <a:rPr lang="en-US" altLang="zh-CN" sz="1200"/>
              <a:t>": {</a:t>
            </a:r>
            <a:endParaRPr lang="en-US" altLang="zh-CN" sz="1200"/>
          </a:p>
          <a:p>
            <a:r>
              <a:rPr lang="en-US" altLang="zh-CN" sz="1200"/>
              <a:t>      "value": "50",</a:t>
            </a:r>
            <a:endParaRPr lang="en-US" altLang="zh-CN" sz="1200"/>
          </a:p>
          <a:p>
            <a:r>
              <a:rPr lang="en-US" altLang="zh-CN" sz="1200"/>
              <a:t>      "unit": "mg/L"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  "</a:t>
            </a:r>
            <a:r>
              <a:rPr lang="zh-CN" altLang="en-US" sz="1200"/>
              <a:t>颗粒物上限</a:t>
            </a:r>
            <a:r>
              <a:rPr lang="en-US" altLang="zh-CN" sz="1200"/>
              <a:t>": {</a:t>
            </a:r>
            <a:endParaRPr lang="en-US" altLang="zh-CN" sz="1200"/>
          </a:p>
          <a:p>
            <a:r>
              <a:rPr lang="en-US" altLang="zh-CN" sz="1200"/>
              <a:t>      "value": "20",</a:t>
            </a:r>
            <a:endParaRPr lang="en-US" altLang="zh-CN" sz="1200"/>
          </a:p>
          <a:p>
            <a:r>
              <a:rPr lang="en-US" altLang="zh-CN" sz="1200"/>
              <a:t>      "unit": "mg/m</a:t>
            </a:r>
            <a:r>
              <a:rPr lang="en-US" altLang="zh-CN" sz="1200" baseline="30000"/>
              <a:t>3</a:t>
            </a:r>
            <a:r>
              <a:rPr lang="en-US" altLang="zh-CN" sz="1200"/>
              <a:t>"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  </a:t>
            </a:r>
            <a:endParaRPr lang="en-US" altLang="zh-CN" sz="1200"/>
          </a:p>
        </p:txBody>
      </p:sp>
      <p:sp>
        <p:nvSpPr>
          <p:cNvPr id="5" name="文本框 4"/>
          <p:cNvSpPr txBox="1"/>
          <p:nvPr/>
        </p:nvSpPr>
        <p:spPr>
          <a:xfrm>
            <a:off x="570230" y="1245870"/>
            <a:ext cx="440372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JSON</a:t>
            </a:r>
            <a:r>
              <a:rPr lang="zh-CN" altLang="en-US" sz="1200">
                <a:sym typeface="+mn-ea"/>
              </a:rPr>
              <a:t>：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"rule_id": "QC_ENV_EMISSION_REFORMER",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"description": "</a:t>
            </a:r>
            <a:r>
              <a:rPr lang="zh-CN" altLang="en-US" sz="1200">
                <a:sym typeface="+mn-ea"/>
              </a:rPr>
              <a:t>连续重整和苯抽提装置运行时，污水和烟气排放指标应控制在规定范围内。</a:t>
            </a:r>
            <a:r>
              <a:rPr lang="en-US" altLang="zh-CN" sz="1200">
                <a:sym typeface="+mn-ea"/>
              </a:rPr>
              <a:t>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"sets": [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"set_name": "U",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"subset_name": "Uproc",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"element": "</a:t>
            </a:r>
            <a:r>
              <a:rPr lang="zh-CN" altLang="en-US" sz="1200">
                <a:sym typeface="+mn-ea"/>
              </a:rPr>
              <a:t>连续重整和苯抽提装置</a:t>
            </a:r>
            <a:r>
              <a:rPr lang="en-US" altLang="zh-CN" sz="1200">
                <a:sym typeface="+mn-ea"/>
              </a:rPr>
              <a:t>"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},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"set_name": "Q",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"subset_name": "EmissionAndWastewater",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"element": "</a:t>
            </a:r>
            <a:r>
              <a:rPr lang="zh-CN" altLang="en-US" sz="1200">
                <a:sym typeface="+mn-ea"/>
              </a:rPr>
              <a:t>污水</a:t>
            </a:r>
            <a:r>
              <a:rPr lang="en-US" altLang="zh-CN" sz="1200">
                <a:sym typeface="+mn-ea"/>
              </a:rPr>
              <a:t>,</a:t>
            </a:r>
            <a:r>
              <a:rPr lang="zh-CN" altLang="en-US" sz="1200">
                <a:sym typeface="+mn-ea"/>
              </a:rPr>
              <a:t>烟气</a:t>
            </a:r>
            <a:r>
              <a:rPr lang="en-US" altLang="zh-CN" sz="1200">
                <a:sym typeface="+mn-ea"/>
              </a:rPr>
              <a:t>"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},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"set_name": "I",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"subset_name": "Indicator",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"element": "pH,CODcr,</a:t>
            </a:r>
            <a:r>
              <a:rPr lang="zh-CN" altLang="en-US" sz="1200">
                <a:sym typeface="+mn-ea"/>
              </a:rPr>
              <a:t>氨氮</a:t>
            </a:r>
            <a:r>
              <a:rPr lang="en-US" altLang="zh-CN" sz="1200">
                <a:sym typeface="+mn-ea"/>
              </a:rPr>
              <a:t>,</a:t>
            </a:r>
            <a:r>
              <a:rPr lang="zh-CN" altLang="en-US" sz="1200">
                <a:sym typeface="+mn-ea"/>
              </a:rPr>
              <a:t>油</a:t>
            </a:r>
            <a:r>
              <a:rPr lang="en-US" altLang="zh-CN" sz="1200">
                <a:sym typeface="+mn-ea"/>
              </a:rPr>
              <a:t>,</a:t>
            </a:r>
            <a:r>
              <a:rPr lang="zh-CN" altLang="en-US" sz="1200">
                <a:sym typeface="+mn-ea"/>
              </a:rPr>
              <a:t>颗粒物</a:t>
            </a:r>
            <a:r>
              <a:rPr lang="en-US" altLang="zh-CN" sz="1200">
                <a:sym typeface="+mn-ea"/>
              </a:rPr>
              <a:t>,</a:t>
            </a:r>
            <a:r>
              <a:rPr lang="zh-CN" altLang="en-US" sz="1200">
                <a:sym typeface="+mn-ea"/>
              </a:rPr>
              <a:t>二氧化硫</a:t>
            </a:r>
            <a:r>
              <a:rPr lang="en-US" altLang="zh-CN" sz="1200">
                <a:sym typeface="+mn-ea"/>
              </a:rPr>
              <a:t>,</a:t>
            </a:r>
            <a:r>
              <a:rPr lang="zh-CN" altLang="en-US" sz="1200">
                <a:sym typeface="+mn-ea"/>
              </a:rPr>
              <a:t>氮氧化物</a:t>
            </a:r>
            <a:r>
              <a:rPr lang="en-US" altLang="zh-CN" sz="1200">
                <a:sym typeface="+mn-ea"/>
              </a:rPr>
              <a:t>"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],</a:t>
            </a:r>
            <a:endParaRPr lang="en-US" altLang="zh-CN" sz="12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95540" y="1303020"/>
            <a:ext cx="197294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二氧化硫上限</a:t>
            </a:r>
            <a:r>
              <a:rPr lang="en-US" altLang="zh-CN" sz="1200">
                <a:sym typeface="+mn-ea"/>
              </a:rPr>
              <a:t>":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"value": "100",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"unit": "mg/m</a:t>
            </a:r>
            <a:r>
              <a:rPr lang="en-US" altLang="zh-CN" sz="1200" baseline="30000">
                <a:sym typeface="+mn-ea"/>
              </a:rPr>
              <a:t>3</a:t>
            </a:r>
            <a:r>
              <a:rPr lang="en-US" altLang="zh-CN" sz="1200">
                <a:sym typeface="+mn-ea"/>
              </a:rPr>
              <a:t>"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},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"</a:t>
            </a:r>
            <a:r>
              <a:rPr lang="zh-CN" altLang="en-US" sz="1200">
                <a:sym typeface="+mn-ea"/>
              </a:rPr>
              <a:t>氮氧化物上限</a:t>
            </a:r>
            <a:r>
              <a:rPr lang="en-US" altLang="zh-CN" sz="1200">
                <a:sym typeface="+mn-ea"/>
              </a:rPr>
              <a:t>":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"value": "150",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"unit": "mg/m</a:t>
            </a:r>
            <a:r>
              <a:rPr lang="en-US" altLang="zh-CN" sz="1200" baseline="30000">
                <a:sym typeface="+mn-ea"/>
              </a:rPr>
              <a:t>3</a:t>
            </a:r>
            <a:r>
              <a:rPr lang="en-US" altLang="zh-CN" sz="1200">
                <a:sym typeface="+mn-ea"/>
              </a:rPr>
              <a:t>"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}</a:t>
            </a:r>
            <a:endParaRPr lang="en-US" altLang="zh-CN" sz="12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71600" y="776605"/>
            <a:ext cx="4377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质量标准类</a:t>
            </a:r>
            <a:r>
              <a:rPr lang="en-US" altLang="zh-CN">
                <a:sym typeface="+mn-ea"/>
              </a:rPr>
              <a:t>--</a:t>
            </a:r>
            <a:r>
              <a:rPr lang="zh-CN" altLang="en-US">
                <a:sym typeface="+mn-ea"/>
              </a:rPr>
              <a:t>环境与质量管控规则</a:t>
            </a:r>
            <a:r>
              <a:rPr lang="zh-CN" altLang="en-US">
                <a:sym typeface="+mn-ea"/>
              </a:rPr>
              <a:t>为例</a:t>
            </a: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19710" y="1130935"/>
            <a:ext cx="11849100" cy="31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2637" t="519" r="9055"/>
          <a:stretch>
            <a:fillRect/>
          </a:stretch>
        </p:blipFill>
        <p:spPr>
          <a:xfrm>
            <a:off x="7738745" y="3204845"/>
            <a:ext cx="3978910" cy="30105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570230" y="5913755"/>
            <a:ext cx="4681855" cy="864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完成数据</a:t>
            </a:r>
            <a:r>
              <a:rPr lang="zh-CN" altLang="en-US"/>
              <a:t>正确性核验及</a:t>
            </a:r>
            <a:r>
              <a:rPr lang="zh-CN" altLang="en-US"/>
              <a:t>数据格式对齐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基于数据</a:t>
            </a:r>
            <a:r>
              <a:rPr lang="zh-CN" altLang="en-US"/>
              <a:t>提取范式完成规模化的规则</a:t>
            </a:r>
            <a:r>
              <a:rPr lang="zh-CN" altLang="en-US"/>
              <a:t>提取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70230" y="54000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ym typeface="+mn-ea"/>
              </a:rPr>
              <a:t>下一步</a:t>
            </a:r>
            <a:r>
              <a:rPr lang="zh-CN" altLang="en-US" sz="3200">
                <a:sym typeface="+mn-ea"/>
              </a:rPr>
              <a:t>计划</a:t>
            </a:r>
            <a:endParaRPr lang="zh-CN" altLang="en-US" sz="32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53935" y="6215380"/>
            <a:ext cx="45612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sym typeface="+mn-ea"/>
              </a:rPr>
              <a:t>延石化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连续重整装置和苯抽取装置操作规程</a:t>
            </a:r>
            <a:r>
              <a:rPr lang="en-US" altLang="zh-CN" sz="1600">
                <a:sym typeface="+mn-ea"/>
              </a:rPr>
              <a:t>.pdf</a:t>
            </a:r>
            <a:endParaRPr lang="en-US" altLang="zh-CN" sz="1600">
              <a:sym typeface="+mn-ea"/>
            </a:endParaRPr>
          </a:p>
          <a:p>
            <a:pPr algn="ctr"/>
            <a:r>
              <a:rPr lang="zh-CN" altLang="en-US" sz="1600">
                <a:sym typeface="+mn-ea"/>
              </a:rPr>
              <a:t>页码：</a:t>
            </a:r>
            <a:r>
              <a:rPr lang="en-US" altLang="zh-CN" sz="1600">
                <a:sym typeface="+mn-ea"/>
              </a:rPr>
              <a:t>P24</a:t>
            </a:r>
            <a:endParaRPr lang="en-US" altLang="zh-CN" sz="16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WPS 演示</Application>
  <PresentationFormat>宽屏</PresentationFormat>
  <Paragraphs>76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WPS_1646801268</cp:lastModifiedBy>
  <cp:revision>174</cp:revision>
  <dcterms:created xsi:type="dcterms:W3CDTF">2019-06-19T02:08:00Z</dcterms:created>
  <dcterms:modified xsi:type="dcterms:W3CDTF">2026-04-08T14:44:54Z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921A27AD9E414A96AE4C19960BFCFA53_11</vt:lpwstr>
  </property>
</Properties>
</file>